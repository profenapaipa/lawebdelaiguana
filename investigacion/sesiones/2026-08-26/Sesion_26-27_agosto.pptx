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5120640" cy="512064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Y 27 DE AGOSTO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a construir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reunir lo escrito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292608" cy="292608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trabaja en lo suyo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544568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49884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reúnen lo investigado en el artículo base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5111496"/>
            <a:ext cx="292608" cy="292608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50657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final, escribir dónde se trabaron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archivo está en su carpeta. Ábranlo y vayan a la sección de su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usar este archivo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verlo todo. Vayan a la sección de su proyecto y sáltense el resto.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6, 10.1 y 10.2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326880" y="18288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603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web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5603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1, 3, 5 y 7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326880" y="25603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Electrónica y robótica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32918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4 y 8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326880" y="32918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audiovisual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402336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2.1, 2.2, 9, 11.1 y 11.2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6880" y="40233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548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97680" y="47548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14 equipos, esta sí la ven todos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26880" y="47548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diapositiva tiene arriba a la izquierda la etiqueta de su sección. La última parte, Documentación, es para todos sin excepción.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reparten los 90 minutos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equipo: unos construyen y otros escriben. No todos hacen lo mismo al tiempo.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tiene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3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propia tarea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19659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15968" y="2788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Artículo 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8848" y="33375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lo que ya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escribieron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83296" y="196596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296" y="21945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83296" y="2788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Barreras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66176" y="33375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trabaron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video piden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archivos de hoy están en su carpeta E) 26-27 de agosto: Articulo_base y Barreras.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6, 10.1 y 10.2  ·  versión 2019.4.38f1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construye cada equipo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arman lo mismo hoy: una pantalla con botones. Cambia lo que viene después.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95728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957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77440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Lector de señas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615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muestra la palabra detectada. El reconocimiento se entrena en Teachable Machine desde el navegador; Unity solo muestra el resultado.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94176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941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10.1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Videojuego motricidad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391363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inicio, pantalla de juego y pantalla de resultado con el puntaje.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92624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926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10.2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440" y="4846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Minijuego de coordinación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77440" y="52120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inicio, pantalla de juego y pantalla de fin. Mismo esquema, un solo integrante.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0350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trabajan en 2D. El proyecto se crea con la plantilla 2D, no 3D.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Empiecen viendo, no leyendo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videos son de 2020, así que la pantalla se ve igual a la de ustedes.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3288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328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350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interfaz de Unity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77440" y="2743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Empiecen por aquí. Qué es cada panel y cómo moverse. Véanlo con Unity abierto al lado.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14884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5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youtube.com/watch?v=x3FbFa843Pw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8736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7B8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87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904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principal con botones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377440" y="4297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botón cambie de pantalla. Es el paso siguiente, no el de hoy.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7033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5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youtube.com/watch?v=zGvM2pM0QzA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Vean el video 1 mientras van haciendo, con pausa en cada paso. El video 2 solo si les sobra tiempo.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no es difícil, es desconocido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cinco zonas y cada una tiene un trabajo.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mesa de trabajo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3920" y="2103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614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00400" y="27614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verá el jugador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03920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Centro, otra pestaña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198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Jerarquía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200400" y="34198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todo lo que existe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03920" y="34198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7822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782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00400" y="407822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archivador de archivos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03920" y="4078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Abajo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365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Inspector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200400" y="4736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del objeto seleccionado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03920" y="47365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evita casi todas las confusiones: primero se selecciona el objeto en la Jerarquía, y solo entonces se le cambia algo en el Inspector.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meta de hoy, escalón por escalón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Suban uno a la vez. Con llegar al 7 la sesión está cumplida.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0241280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6712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proyecto en modo 2D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7512" y="2615184"/>
            <a:ext cx="10122408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6791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53312" y="2615184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cinco zonas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86384" y="3127248"/>
            <a:ext cx="10003536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3191256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72184" y="3127248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Canvas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05256" y="3639312"/>
            <a:ext cx="9884664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6424" y="3703320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424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91056" y="3639312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el título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024128" y="4151376"/>
            <a:ext cx="9765792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25296" y="421538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5296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09928" y="4151376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dos o tres botones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1143000" y="4663440"/>
            <a:ext cx="9646920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44168" y="472744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44168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4663440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Darle Play y ver cómo queda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1261872" y="5175504"/>
            <a:ext cx="9528048" cy="429768"/>
          </a:xfrm>
          <a:prstGeom prst="roundRect">
            <a:avLst>
              <a:gd name="adj" fmla="val 1276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3040" y="523951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5239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47672" y="5175504"/>
            <a:ext cx="8686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saber dónde quedó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botón haga algo al tocarlo queda para la próxima. Nadie aprende Unity en 45 minutos y no es lo que se espera.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cosas que asustan y son normales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pasa alguna, no está mal: pasa siempre.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Canvas se ve gigante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7157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Escena aparece un rectángulo enorme, más grande que todo. Así es siempre. No lo achiquen.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3639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texto desaparece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40416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subir el tamaño de letra, el texto se esconde. Es que la caja quedó chica: agranden Width y Height.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0060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496519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Inspector está vacío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53675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nada seleccionado. Hagan clic en un objeto de la Jerarquía y se llena.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web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1, 3, 5 y 7  ·  VS Code y GitHub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usamos GitHub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requisito del profe: resuelve tres problemas que van a tener sí o sí.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Respaldo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49040" y="2103120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daña el computador o se borra la carpeta, el proyecto sigue existiendo.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200400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cada cambio. Si algo se dañó, se puede volver a la versión anterior.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49040" y="4297680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GitHub Pages la página queda en internet con un enlace real, no solo en su computador.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864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ahora se sube desde el computador del profe, con su cuenta. Eso significa que GitHub no registra quién hizo qué: eso sigue quedando en la bitácora y el cronograma. Más adelante abren cuenta propia.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ruta de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pasos. El quinto solo si llegan.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6771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carpeta del proyecto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nombre del equipo, en el computador, no en USB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01752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28529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Abrirla desde VS Code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0" y="28529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Archivo, Abrir carpeta. Todo el trabajo se hace desde ahí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0273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76732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360273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 index.html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0" y="360273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nombre exacto, en minúscula. Es la página de inicio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51713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43525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vea algo en el navegador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0" y="435254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título y un párrafo bastan. Después se le pone CSS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10235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266944"/>
            <a:ext cx="310896" cy="310896"/>
          </a:xfrm>
          <a:prstGeom prst="ellipse">
            <a:avLst/>
          </a:prstGeom>
          <a:solidFill>
            <a:srgbClr val="A87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25880" y="51023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Subirlo a GitHub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0" y="51023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profe, desde su computador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8978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897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7, Wisfox: su paso extra es conectar la base de datos que ya avanzaron con la página. Equipo 3: hoy queda definida la estructura de pantallas.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Electrónica y robótica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4 y 8  ·  Arduino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Y ROBÓTICA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de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tiene los kits de Arduino, impresora 3D y grabado láser.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2316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Comedero automático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el circuito en protoboard y lograr que el servo se mueva solo, sin el reloj todavía. Después se le agrega el RTC.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9476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3639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Brazo robot, 4 servos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402336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UN servo y controlar su ángulo. Los cuatro juntos vienen después, cuando esté resuelta la alimentación.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BEDED"/>
          </a:solidFill>
          <a:ln w="12700">
            <a:solidFill>
              <a:srgbClr val="E4C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para el Equipo 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5961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servos NO se pueden alimentar desde el Arduino. La placa no entrega esa corriente: o no se mueven, o se reinicia, o se daña. Necesitan fuente externa de 5V con tierra común. Hoy prueben con uno solo y revisen si el kit trae la fuente.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audiovisual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2.1, 2.2, 9, 11.1 y 11.2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archivo, dos momentos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Guiones_audiovisual.xlsx. Primero la historia, después cómo se graba.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304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 literario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7249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contada como se ve y se oye. Sin cámaras, sin planos.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0" y="21031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5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Hoja: Guion literario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 técnico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1879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plano con su locación, tipo de plano, ángulo, sonido y duración.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566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5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Hojas: Locaciones, Guion técnico y Plan de rodaje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pestañas van en ese orden: Instrucciones, Guion literario, Locaciones, Guion técnico y Plan de rodaje.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ejemplo de referencia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Vean el corto con la hoja al lado: explica el formato mejor que cualquier instrucción.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"Soltar" y su guion, en Drive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drive.google.com/drive/folders/1rudWBw5nRgovwclKJM3R54g-kwo80XMi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cambió en el formato que van a usar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661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la duración, no el tiempo de inicio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35661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inicio se calcula solo y el total avisa si se pasan del tiempo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148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iluminación es lista desplegable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4114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ejemplo quedó vacía en los 25 planos porque era incómoda de llenar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locaciones tienen hoja propia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46634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color, dirección exacta y si necesita permiso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120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hoja de plan de rodaje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52120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grabar agrupado por lugar y no volver cinco veces al mismo sitio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76072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7607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literario no lleva planos ni ángulos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5760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ejemplo los tenía; ahora eso vive solo en la hoja técnica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64240" cy="457200"/>
          </a:xfrm>
          <a:prstGeom prst="roundRect">
            <a:avLst>
              <a:gd name="adj" fmla="val 14000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355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en "Soltar" el storyboard son capturas del video ya editado. Ustedes todavía no han grabado, así que el suyo va con dibujos o fotos de referencia.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AUDIOVISUAL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de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literario. El técnico se llena cuando la historia esté cerrada.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Escriban el guion literario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4892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página, en presente, solo lo que se ve y se oye.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cabe en una página, la historia es muy larga para el tiempo que tienen.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abran la hoja de locaciones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688336"/>
            <a:ext cx="4892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hoja de cálculo, pestaña Locaciones.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los lugares donde van a grabar y pónganle un color a cada uno.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82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error que hace perder semanas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19379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una historia que necesita seis locaciones, diez actores o efectos que no saben hacer. Antes de cerrar el guion, pregúntense por cada línea: ¿esto lo podemos grabar con lo que tenemos?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E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14 equipos  ·  aquí converge todo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artículo 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termina hoy: se va llenando sesión tras sesión hasta octubre.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500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75234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Problema, antecedentes y propósito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500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Metodología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5234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Qué hicieron en cada fase del Design Thinking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216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Resultados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2394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 desarrollo: qué construyeron y qué funciona hoy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7216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 5. Discusión y cierre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12394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Aprendizajes, límites y conclusiones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llenan lo que ya tienen de las semanas pasadas. La tabla de la primera página les muestra qué falta y cuándo se puede llenar.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barreras: lo último de la clase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aquí salen los videos que el profe graba el fin de semana.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BEDED"/>
          </a:solidFill>
          <a:ln w="12700">
            <a:solidFill>
              <a:srgbClr val="E4C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No sirve escribir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73405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entendimos Unity"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muy difícil"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nos funcionó"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31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Sí sirve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73405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logramos crear el Canvas"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 minuto 4 del video no nos apareció esa opción"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preguntas de la hoja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¿Hasta dónde llegaron hoy?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¿Dónde se trabaron y qué pasó en pantalla?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¿Qué necesitan que grabe el profe?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salir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están en la carpeta de la sesión, en su Drive.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5786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 quedó guardado y sabemos dónde.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32644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Articulo_base.docx tiene llenas las secciones que ya podían llenarse.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9502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Barreras.docx está diligenciado con las tres preguntas.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6360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Subimos una foto o captura de hasta dónde llegamos.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 3 de septiembre: llegan los videos hechos con las barreras de hoy y los formatos de guion.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26 y 27 de agosto</dc:title>
  <dc:subject>PptxGenJS Presentation</dc:subject>
  <dc:creator>PptxGenJS</dc:creator>
  <cp:lastModifiedBy>PptxGenJS</cp:lastModifiedBy>
  <cp:revision>1</cp:revision>
  <dcterms:created xsi:type="dcterms:W3CDTF">2026-08-26T17:16:07Z</dcterms:created>
  <dcterms:modified xsi:type="dcterms:W3CDTF">2026-08-26T17:16:07Z</dcterms:modified>
</cp:coreProperties>
</file>