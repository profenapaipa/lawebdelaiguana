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LoIJfPuKgbU0x+v4q3pUv96EU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SESIÓN DEL 29 Y 30 DE JULIO · 90 MINUTOS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1828800"/>
            <a:ext cx="8778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Hoy dejamos lista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 base del proyecto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68680" y="3849624"/>
            <a:ext cx="292608" cy="292608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68680" y="38496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71600" y="3794760"/>
            <a:ext cx="8686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carpeta creada y organizada en Drive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68680" y="4416552"/>
            <a:ext cx="292608" cy="292608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68680" y="44165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71600" y="4361688"/>
            <a:ext cx="8686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problema y tu pregunta de investigación escritos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8680" y="4983480"/>
            <a:ext cx="292608" cy="292608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68680" y="49834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371600" y="4928616"/>
            <a:ext cx="8686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Tres antecedentes verificados que respaldan tu idea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9FB0DE"/>
                </a:solidFill>
                <a:latin typeface="Calibri"/>
                <a:ea typeface="Calibri"/>
                <a:cs typeface="Calibri"/>
                <a:sym typeface="Calibri"/>
              </a:rPr>
              <a:t>Nada más. Hoy no construimos el prototipo ni escribimos el artículo.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90 minutos de hoy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Cada bloque termina con algo guardado en Drive.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2011680"/>
            <a:ext cx="2057400" cy="2834640"/>
          </a:xfrm>
          <a:prstGeom prst="roundRect">
            <a:avLst>
              <a:gd fmla="val 5333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240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10 min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788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Encuadre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324612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Abrimos Drive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y la guía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798064" y="2011680"/>
            <a:ext cx="2057400" cy="283464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798064" y="2240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15 min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98064" y="2788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Tu carpeta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935224" y="324612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Creas la carpeta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las subcarpetas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47488" y="2011680"/>
            <a:ext cx="2057400" cy="283464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47488" y="2240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30 min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47488" y="2788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Tu problema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184648" y="324612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 escribes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lo afinas con 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296912" y="2011680"/>
            <a:ext cx="2057400" cy="283464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296912" y="2240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30 min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296912" y="2788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Antecedentes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434072" y="324612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Buscas y verificas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tres artículos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546336" y="2011680"/>
            <a:ext cx="2057400" cy="2834640"/>
          </a:xfrm>
          <a:prstGeom prst="roundRect">
            <a:avLst>
              <a:gd fmla="val 5333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546336" y="2240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 min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546336" y="2788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Cierre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683496" y="324612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Revisas la lista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 salida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Si te atrasas en un bloque, dilo en voz alta. Es preferible ajustar el ritmo que salir con la mitad hecha.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1 · 15 min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Crea tu carpeta en Drive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Todos los equipos usamos exactamente la misma estructura.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68680" y="16916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Equipo[03]_[NombreCortoDelProyecto]_2026-II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51560" y="2670048"/>
            <a:ext cx="182880" cy="182880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417320" y="256032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00_Propuesta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89120" y="256032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usas hoy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51560" y="3145536"/>
            <a:ext cx="182880" cy="182880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417320" y="3035808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01_Antecedentes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89120" y="303580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usas hoy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51560" y="3621024"/>
            <a:ext cx="182880" cy="182880"/>
          </a:xfrm>
          <a:prstGeom prst="rect">
            <a:avLst/>
          </a:prstGeom>
          <a:solidFill>
            <a:srgbClr val="C9CED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417320" y="3511296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7B8199"/>
                </a:solidFill>
                <a:latin typeface="Courier New"/>
                <a:ea typeface="Courier New"/>
                <a:cs typeface="Courier New"/>
                <a:sym typeface="Courier New"/>
              </a:rPr>
              <a:t>02_Cronograma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389120" y="351129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B8199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51560" y="4096512"/>
            <a:ext cx="182880" cy="182880"/>
          </a:xfrm>
          <a:prstGeom prst="rect">
            <a:avLst/>
          </a:prstGeom>
          <a:solidFill>
            <a:srgbClr val="C9CED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417320" y="398678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7B8199"/>
                </a:solidFill>
                <a:latin typeface="Courier New"/>
                <a:ea typeface="Courier New"/>
                <a:cs typeface="Courier New"/>
                <a:sym typeface="Courier New"/>
              </a:rPr>
              <a:t>03_Bitacora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389120" y="398678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B8199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51560" y="4572000"/>
            <a:ext cx="182880" cy="182880"/>
          </a:xfrm>
          <a:prstGeom prst="rect">
            <a:avLst/>
          </a:prstGeom>
          <a:solidFill>
            <a:srgbClr val="C9CED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417320" y="446227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7B8199"/>
                </a:solidFill>
                <a:latin typeface="Courier New"/>
                <a:ea typeface="Courier New"/>
                <a:cs typeface="Courier New"/>
                <a:sym typeface="Courier New"/>
              </a:rPr>
              <a:t>04_Desarrollo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389120" y="446227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B8199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51560" y="5047488"/>
            <a:ext cx="182880" cy="182880"/>
          </a:xfrm>
          <a:prstGeom prst="rect">
            <a:avLst/>
          </a:prstGeom>
          <a:solidFill>
            <a:srgbClr val="C9CED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417320" y="493776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7B8199"/>
                </a:solidFill>
                <a:latin typeface="Courier New"/>
                <a:ea typeface="Courier New"/>
                <a:cs typeface="Courier New"/>
                <a:sym typeface="Courier New"/>
              </a:rPr>
              <a:t>05_Evidencias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389120" y="49377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B8199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51560" y="5522976"/>
            <a:ext cx="182880" cy="182880"/>
          </a:xfrm>
          <a:prstGeom prst="rect">
            <a:avLst/>
          </a:prstGeom>
          <a:solidFill>
            <a:srgbClr val="C9CED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417320" y="5413248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7B8199"/>
                </a:solidFill>
                <a:latin typeface="Courier New"/>
                <a:ea typeface="Courier New"/>
                <a:cs typeface="Courier New"/>
                <a:sym typeface="Courier New"/>
              </a:rPr>
              <a:t>06_Entrega_final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389120" y="54132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19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B8199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766560" y="2560320"/>
            <a:ext cx="4846320" cy="3200400"/>
          </a:xfrm>
          <a:prstGeom prst="roundRect">
            <a:avLst>
              <a:gd fmla="val 3429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086600" y="28163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Y antes de pasar al momento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086600" y="3246120"/>
            <a:ext cx="42062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 Sube tu borrador anterior a 00_Propuesta y renómbralo Propuesta_borrador_v0.docx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 No lo borres: muestra de dónde partiste y eso cuenta en la evaluación.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 Comparte la carpeta con tu equipo y con el docente, los dos como editores.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2 · 30 min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Tu problema y tu pregunta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Dos cosas distintas que se confunden todo el tiempo.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1783080"/>
            <a:ext cx="5440680" cy="2286000"/>
          </a:xfrm>
          <a:prstGeom prst="roundRect">
            <a:avLst>
              <a:gd fmla="val 48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68680" y="203911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68680" y="246888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situación concreta que observaste y que crees que se puede mejorar con tecnología. Algo que viste, en un lugar, que le pasa a alguien.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172200" y="1783080"/>
            <a:ext cx="5440680" cy="2286000"/>
          </a:xfrm>
          <a:prstGeom prst="roundRect">
            <a:avLst>
              <a:gd fmla="val 48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92240" y="203911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pregunta de investigación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92240" y="246888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 que tu proyecto va a responder con evidencia en octubre. Si necesita dos años o un laboratorio que no tienes, hay que ajustarla.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4251960"/>
            <a:ext cx="5440680" cy="1600200"/>
          </a:xfrm>
          <a:prstGeom prst="roundRect">
            <a:avLst>
              <a:gd fmla="val 6857" name="adj"/>
            </a:avLst>
          </a:prstGeom>
          <a:solidFill>
            <a:srgbClr val="FBEDED"/>
          </a:solidFill>
          <a:ln cap="flat" cmpd="sng" w="12700">
            <a:solidFill>
              <a:srgbClr val="E4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68680" y="45079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✗  Así 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68680" y="493776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contaminación en el mundo.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tecnología en la educación.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72200" y="4251960"/>
            <a:ext cx="5440680" cy="1600200"/>
          </a:xfrm>
          <a:prstGeom prst="roundRect">
            <a:avLst>
              <a:gd fmla="val 6857" name="adj"/>
            </a:avLst>
          </a:prstGeom>
          <a:solidFill>
            <a:srgbClr val="EAF4EE"/>
          </a:solidFill>
          <a:ln cap="flat" cmpd="sng" w="12700">
            <a:solidFill>
              <a:srgbClr val="BF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92240" y="45079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Así sí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492240" y="493776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estudiantes de 6.º no separan los residuos en el descanso porque no distinguen las canecas.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2 · paso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Primero escribes tú, sin inteligencia artificial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Cinco minutos, cinco líneas. Esto es lo único que la IA no puede hacer por ti: no estuvo ahí.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54480" y="203911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¿Qué viste?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669280" y="203911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 situación exacta, no la interpretación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554480" y="29992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¿Dónde?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669280" y="299923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El salón, el patio, la casa, el barrio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554480" y="39593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¿A quién le pasa?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669280" y="395935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Cuántos son y de qué grado o edad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31520" y="4983480"/>
            <a:ext cx="548640" cy="548640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31520" y="4983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554480" y="491947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¿Por qué te llamó la atención?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669280" y="491947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Qué te hizo pensar que se puede mejorar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31520" y="58521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 errores de redacción está bien. Eso se arregla en el paso siguiente.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2 · paso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Ahora sí, afina con la IA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Abre Claude o ChatGPT. Copia el prompt de la guía y cambia lo que está entre corchetes.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1737360"/>
            <a:ext cx="6949440" cy="4114800"/>
          </a:xfrm>
          <a:prstGeom prst="roundRect">
            <a:avLst>
              <a:gd fmla="val 222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22960" y="1901952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1 · DEL PROBLEMA A LA PREGUNTA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22960" y="2240280"/>
            <a:ext cx="6400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Actúa como asesor de investigación para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estudiantes de colegio.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Esto fue lo que observamos: [tus cinco líneas].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Ocurre en: [lugar exacto].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Afecta a: [a quiénes y cuántos].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Contamos con: [3 meses] y [herramientas].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 Reescribe el problema en máximo 120 palabras.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2. Propón tres preguntas de investigación.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3. Dime cuál es más realista para tres meses.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4. Señala qué información me falta.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 inventes datos que yo no te haya dado.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772400" y="1737360"/>
            <a:ext cx="3840480" cy="1920240"/>
          </a:xfrm>
          <a:prstGeom prst="roundRect">
            <a:avLst>
              <a:gd fmla="val 5714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092440" y="1993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Ojo con esto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92440" y="24231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 la respuesta menciona cosas que ustedes no vieron, bórralas. El problema es de ustedes.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772400" y="3931920"/>
            <a:ext cx="384048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92440" y="41879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Y después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092440" y="461772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Elige una de las tres preguntas y reescríbela con tus palabras. Si la copias tal cual, se nota en la sustentación.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2 · pasos 4 y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 la pregunta a los objetivos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objetivo general y tres específicos. Todos empiezan con un verbo en infinitivo.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48640" y="1737360"/>
            <a:ext cx="6949440" cy="3017520"/>
          </a:xfrm>
          <a:prstGeom prst="roundRect">
            <a:avLst>
              <a:gd fmla="val 303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22960" y="1901952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2 · OBJETIVOS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22960" y="224028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Esta es nuestra pregunta: [pega tu pregunta].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Este es nuestro problema: [pega el párrafo].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Propón un objetivo general y tres específicos.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Cada uno empieza con un verbo en infinitivo.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Sigue la ruta: diagnosticar, diseñar,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implementar y evaluar.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Explica en una línea por qué cada específico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es necesario para cumplir el general.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772400" y="1737360"/>
            <a:ext cx="3840480" cy="3017520"/>
          </a:xfrm>
          <a:prstGeom prst="roundRect">
            <a:avLst>
              <a:gd fmla="val 363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092440" y="1993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Verbos que sirven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8092440" y="2423160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identificar · caracterizar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diseñar · desarrollar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implementar · evaluar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comparar · validar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Pega el problema, la pregunta y los objetivos en tu documento de propuesta, dentro de 00_Propuesta. Guárdalo como Propuesta_IMRaD_EquipoXX_v1.docx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3 · 30 min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Tres antecedentes verificados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antecedente es un trabajo que alguien ya publicó sobre algo parecido a lo tuyo.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1783080"/>
            <a:ext cx="3520440" cy="2103120"/>
          </a:xfrm>
          <a:prstGeom prst="roundRect">
            <a:avLst>
              <a:gd fmla="val 5217" name="adj"/>
            </a:avLst>
          </a:prstGeom>
          <a:solidFill>
            <a:srgbClr val="EAF4EE"/>
          </a:solidFill>
          <a:ln cap="flat" cmpd="sng" w="12700">
            <a:solidFill>
              <a:srgbClr val="BF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68680" y="203911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Sirven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68680" y="246888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Artículos de revistas académicas y tesis de universidades.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315968" y="1783080"/>
            <a:ext cx="3520440" cy="2103120"/>
          </a:xfrm>
          <a:prstGeom prst="roundRect">
            <a:avLst>
              <a:gd fmla="val 5217" name="adj"/>
            </a:avLst>
          </a:prstGeom>
          <a:solidFill>
            <a:srgbClr val="FBEDED"/>
          </a:solidFill>
          <a:ln cap="flat" cmpd="sng" w="12700">
            <a:solidFill>
              <a:srgbClr val="E4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636008" y="203911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✗  No sirven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636008" y="246888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Blogs, videos, noticias y páginas comerciales.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092440" y="1783080"/>
            <a:ext cx="3520440" cy="2103120"/>
          </a:xfrm>
          <a:prstGeom prst="roundRect">
            <a:avLst>
              <a:gd fmla="val 5217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412480" y="203911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Hoy necesitas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8412480" y="246888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Solo tres. En agosto se completan hasta cinco.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fmla="val 6486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8A5A00"/>
                </a:solidFill>
                <a:latin typeface="Cambria"/>
                <a:ea typeface="Cambria"/>
                <a:cs typeface="Cambria"/>
                <a:sym typeface="Cambria"/>
              </a:rPr>
              <a:t>Advertencia: la IA a veces inventa artículos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400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4000"/>
                </a:solidFill>
                <a:latin typeface="Calibri"/>
                <a:ea typeface="Calibri"/>
                <a:cs typeface="Calibri"/>
                <a:sym typeface="Calibri"/>
              </a:rPr>
              <a:t>Título creíble, autores creíbles, revista creíble, y nada de eso existe. Se llama alucinación. Por eso hoy verificas cada artículo antes de anotarlo: si no lo verificas, no cuenta.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3 · pasos 1 y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Arma tu búsqueda y busca de verdad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Primero le pides a la IA las palabras; después buscas tú en Google Scholar.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48640" y="1737360"/>
            <a:ext cx="6949440" cy="2926080"/>
          </a:xfrm>
          <a:prstGeom prst="roundRect">
            <a:avLst>
              <a:gd fmla="val 3125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22960" y="1901952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3 · CONCEPTOS Y ECUACIÓN DE BÚSQUEDA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22960" y="224028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Mi proyecto trata de: [Comunicacion e integracion].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 población es: [Comunidad educativa de todas las edades].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 Cinco conceptos clave en español y en inglés.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2. Tres ecuaciones de búsqueda para Google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Scholar con los operadores AND, OR y comillas.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3. Tres palabras que NO debo usar por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demasiado generales.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772400" y="1737360"/>
            <a:ext cx="3840480" cy="2926080"/>
          </a:xfrm>
          <a:prstGeom prst="roundRect">
            <a:avLst>
              <a:gd fmla="val 375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092440" y="1993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operadores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092440" y="242316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AND exige los dos términos.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OR acepta sinónimos.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"comillas" buscan la frase exacta.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14400" y="493776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Pega la ecuación en scholar.google.com y filtra desde 2019. Abre solo los resultados que tengan PDF o DOI.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9646920" y="411480"/>
            <a:ext cx="1965960" cy="457200"/>
          </a:xfrm>
          <a:prstGeom prst="roundRect">
            <a:avLst>
              <a:gd fmla="val 2000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646920" y="411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MOMENTO 3 · paso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Verifica antes de anotar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Este paso no se salta. Con que falle uno solo, el artículo se descarta.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77240" y="202996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463040" y="1828800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Busca el título completo en Google Scholar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680960" y="18288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A03A3A"/>
                </a:solidFill>
                <a:latin typeface="Calibri"/>
                <a:ea typeface="Calibri"/>
                <a:cs typeface="Calibri"/>
                <a:sym typeface="Calibri"/>
              </a:rPr>
              <a:t>Si no aparece, no existe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77240" y="3054096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777240" y="3054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463040" y="2852928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Abre el DOI en doi.org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680960" y="2852928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A03A3A"/>
                </a:solidFill>
                <a:latin typeface="Calibri"/>
                <a:ea typeface="Calibri"/>
                <a:cs typeface="Calibri"/>
                <a:sym typeface="Calibri"/>
              </a:rPr>
              <a:t>Si no abre, el enlace es falso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48640" y="3877056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77240" y="4078224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77240" y="4078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463040" y="3877056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Compara el título que abrió con el que te dio la IA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680960" y="3877056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A03A3A"/>
                </a:solidFill>
                <a:latin typeface="Calibri"/>
                <a:ea typeface="Calibri"/>
                <a:cs typeface="Calibri"/>
                <a:sym typeface="Calibri"/>
              </a:rPr>
              <a:t>Si no coincide, no es el mismo artículo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777240" y="5102352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77240" y="5102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463040" y="4901184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Lee el resumen y confirma que se parece a tu tema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7680960" y="4901184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A03A3A"/>
                </a:solidFill>
                <a:latin typeface="Calibri"/>
                <a:ea typeface="Calibri"/>
                <a:cs typeface="Calibri"/>
                <a:sym typeface="Calibri"/>
              </a:rPr>
              <a:t>Con el título no basta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Los tres que pasen la prueba se registran en la matriz de 01_Antecedentes y se descarga su PDF.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Lista de salida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 que quede sin marcar, dilo en voz alta. Se resuelve hoy, no la próxima semana.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22960" y="2194560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325880" y="2139696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carpeta está creada, con las siete subcarpetas y compartida con el docente.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822960" y="2770632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325880" y="271576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borrador anterior quedó guardado como Propuesta_borrador_v0.docx.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822960" y="3346704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325880" y="3291840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problema está escrito en un párrafo, con nuestras palabras.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822960" y="3922776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325880" y="386791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pregunta de investigación es realista para tres meses.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22960" y="4498848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325880" y="4443984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Están escritos el objetivo general y tres específicos.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22960" y="5074920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325880" y="5020056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tres artículos verificados y registrados, con sus PDF guardados.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9FB0DE"/>
                </a:solidFill>
                <a:latin typeface="Calibri"/>
                <a:ea typeface="Calibri"/>
                <a:cs typeface="Calibri"/>
                <a:sym typeface="Calibri"/>
              </a:rPr>
              <a:t>Próxima sesión, 5 y 6 de agosto: fase de ideación. Alternativas de solución e hipótesis.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2026-07-29T17:51:01Z</dcterms:created>
  <dc:creator>PptxGenJS</dc:creator>
</cp:coreProperties>
</file>