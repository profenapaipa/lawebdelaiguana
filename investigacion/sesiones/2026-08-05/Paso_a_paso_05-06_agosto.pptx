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shyWKVkUFwaB65EwX5dWdCG59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418320" y="-1554480"/>
            <a:ext cx="5120640" cy="51206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23444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SESIÓN DEL 5 Y 6 DE AGOSTO · PASO A PASO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1691640"/>
            <a:ext cx="8595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necesito, qué debo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aprender y cuándo lo hago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52044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Hoy no adivinamos el cronograma: primero miramos qué hace falta y solo después lo organizamos en el tiempo.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454456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234440" y="44348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 · Qué necesitamos y qué debemos aprender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68680" y="504748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234440" y="49377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 · Acuerdos de trabajo del equipo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68680" y="5550408"/>
            <a:ext cx="164592" cy="164592"/>
          </a:xfrm>
          <a:prstGeom prst="rect">
            <a:avLst/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234440" y="54406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 de tareas en Excel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ruta de hoy, en cinco pasos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Cada paso alimenta al siguiente. Por eso el cronograma va de último y no de primero.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48640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Mira el final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8368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Qué debe existir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29 de octubre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606040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798064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798064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889504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recursos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2907792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Materiales, software,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equipos, permisos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855464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47488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047488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38928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Qué aprender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57216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Habilidades concretas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tutoriales que pides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104888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96912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296912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388352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Cómo se organizan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406640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Frentes de trabajo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acuerdos del equipo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9354312" y="3200400"/>
            <a:ext cx="192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9B7D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9B7D9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546336" y="2103120"/>
            <a:ext cx="2057400" cy="2743200"/>
          </a:xfrm>
          <a:prstGeom prst="roundRect">
            <a:avLst>
              <a:gd fmla="val 5333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546336" y="22860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637776" y="2852928"/>
            <a:ext cx="1874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cronograma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656064" y="338328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Tareas semanales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A2C00"/>
                </a:solidFill>
                <a:latin typeface="Calibri"/>
                <a:ea typeface="Calibri"/>
                <a:cs typeface="Calibri"/>
                <a:sym typeface="Calibri"/>
              </a:rPr>
              <a:t>con responsables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cronograma hecho antes de saber qué se necesita se cae en la segunda semana. Por eso el orden importa.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tres archivos de hoy y dónde van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docente se los comparte. Ustedes los copian a su carpeta y les cambian el nombre.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48640" y="182880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77240" y="202996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77240" y="202996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377440" y="199339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necesitamos y qué debemos aprender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46520" y="210312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446520" y="21031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04_Desarrollo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549640" y="21031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lang="en-US" sz="105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Formato1 Necesidades _Equipo XX</a:t>
            </a: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.docx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77240" y="326440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77240" y="326440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377440" y="322783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Acuerdos de trabajo del equipo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46520" y="333756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6446520" y="3337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02_Cronograma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49640" y="33375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Formato2_Acuerdos_EquipoXX.docx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48640" y="429768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77240" y="4498848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777240" y="4498848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2377440" y="4462272"/>
            <a:ext cx="3931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Tareas semanales con responsables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446520" y="4572000"/>
            <a:ext cx="1920240" cy="502920"/>
          </a:xfrm>
          <a:prstGeom prst="roundRect">
            <a:avLst>
              <a:gd fmla="val 10909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446520" y="4572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2C00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3A2C00"/>
                </a:solidFill>
                <a:latin typeface="Courier New"/>
                <a:ea typeface="Courier New"/>
                <a:cs typeface="Courier New"/>
                <a:sym typeface="Courier New"/>
              </a:rPr>
              <a:t>02_Cronograma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549640" y="45720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Cronograma_tareas_EquipoXX.xlsx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Cambien XX por el número de su equipo. Si el archivo no tiene ese nombre, se pierde entre los demás.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1 · 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Miren el final primero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Escriban lo que va a existir el 29 de octubre, no lo que van a estar haciendo.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48640" y="1737360"/>
            <a:ext cx="5440680" cy="1828800"/>
          </a:xfrm>
          <a:prstGeom prst="roundRect">
            <a:avLst>
              <a:gd fmla="val 6000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82296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Esto no es un entregable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22960" y="2359152"/>
            <a:ext cx="4892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"Trabajar en el modelo"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"Avanzar en la programación"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"Investigar sobre el tema"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172200" y="1737360"/>
            <a:ext cx="5440680" cy="1828800"/>
          </a:xfrm>
          <a:prstGeom prst="roundRect">
            <a:avLst>
              <a:gd fmla="val 6000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Esto sí lo 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46520" y="2359152"/>
            <a:ext cx="4892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"Una pieza impresa que encaja en el soporte"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 menú que abre las tres pantallas"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"Un video de dos minutos con subtítulos"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La prueba: si no se puede señalar con el dedo o abrir en un computador, no es un entregable.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4206240"/>
            <a:ext cx="73152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94360" y="4206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N.º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280160" y="4206240"/>
            <a:ext cx="448056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1325880" y="420624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debe existir el 29 de octubre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760720" y="4206240"/>
            <a:ext cx="329184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806440" y="42062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¿Cómo sabremos que quedó bien?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052560" y="4206240"/>
            <a:ext cx="2560320" cy="4572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9098280" y="420624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sesión?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48640" y="4663440"/>
            <a:ext cx="73152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21792" y="466344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Ej.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1280160" y="4663440"/>
            <a:ext cx="448056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353312" y="4663440"/>
            <a:ext cx="43342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Un prototipo que un estudiante de sexto use sin ayuda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760720" y="4663440"/>
            <a:ext cx="329184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833872" y="4663440"/>
            <a:ext cx="31455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Tres personas lo usan sin explicación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052560" y="4663440"/>
            <a:ext cx="2560320" cy="50292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9125712" y="4663440"/>
            <a:ext cx="24140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23 y 24 de sep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8640" y="5166360"/>
            <a:ext cx="7315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621792" y="516636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280160" y="5166360"/>
            <a:ext cx="448056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5760720" y="5166360"/>
            <a:ext cx="329184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052560" y="5166360"/>
            <a:ext cx="2560320" cy="502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48640" y="5669280"/>
            <a:ext cx="73152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21792" y="5669280"/>
            <a:ext cx="585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280160" y="5669280"/>
            <a:ext cx="448056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760720" y="5669280"/>
            <a:ext cx="329184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052560" y="5669280"/>
            <a:ext cx="2560320" cy="502920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2 · 15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Qué recursos necesitamos conseguir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Revisen las cinco categorías, incluso las que crean que no aplican.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48640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48640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Materiales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85800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hay 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comprar o conseguir?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2798064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798064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798064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935224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programas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hay que instalar?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47488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047488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5047488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Equipos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184648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¿Qué máquinas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 dispositivos?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7296912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7296912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7296912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Permisos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34072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¿A quién hay que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pedirle autorización?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546336" y="1828800"/>
            <a:ext cx="2057400" cy="1920240"/>
          </a:xfrm>
          <a:prstGeom prst="roundRect">
            <a:avLst>
              <a:gd fmla="val 571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9546336" y="1828800"/>
            <a:ext cx="2057400" cy="502920"/>
          </a:xfrm>
          <a:prstGeom prst="roundRect">
            <a:avLst>
              <a:gd fmla="val 1818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9546336" y="1828800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9683496" y="251460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¿Quiénes van 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probar el prototipo?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fmla="val 6316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Lo que de verdad atrasa un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4000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4000"/>
                </a:solidFill>
                <a:latin typeface="Calibri"/>
                <a:ea typeface="Calibri"/>
                <a:cs typeface="Calibri"/>
                <a:sym typeface="Calibri"/>
              </a:rPr>
              <a:t>Casi nunca es la falta de ideas. Es el permiso que nadie pidió, el cable que nadie consiguió o el programa que no se pudo instalar en los computadores del colegio. Por cada recurso escriban quién lo consigue y para cuándo.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3 · 20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Pidan acciones, no programas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De esta tabla salen los tutoriales que el docente prepara para su equipo.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1737360"/>
            <a:ext cx="5440680" cy="1691640"/>
          </a:xfrm>
          <a:prstGeom prst="roundRect">
            <a:avLst>
              <a:gd fmla="val 6486" name="adj"/>
            </a:avLst>
          </a:prstGeom>
          <a:solidFill>
            <a:srgbClr val="FBEDED"/>
          </a:solidFill>
          <a:ln cap="flat" cmpd="sng" w="12700">
            <a:solidFill>
              <a:srgbClr val="E4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82296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✗  No cabe en un tutorial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22960" y="2359152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"Queremos aprender Unity"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"Necesitamos saber Blender"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"Enséñenos electrónica"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172200" y="1737360"/>
            <a:ext cx="5440680" cy="1691640"/>
          </a:xfrm>
          <a:prstGeom prst="roundRect">
            <a:avLst>
              <a:gd fmla="val 6486" name="adj"/>
            </a:avLst>
          </a:prstGeom>
          <a:solidFill>
            <a:srgbClr val="EAF4EE"/>
          </a:solidFill>
          <a:ln cap="flat" cmpd="sng" w="12700">
            <a:solidFill>
              <a:srgbClr val="BF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446520" y="1938528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✓  Sí cabe, y dura ocho minutos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46520" y="2359152"/>
            <a:ext cx="4892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"Guardar el puntaje entre escenas"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"Exportar en STL sin errores de malla"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"Leer un sensor y mostrarlo en pantalla"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3611880"/>
            <a:ext cx="7040880" cy="2514600"/>
          </a:xfrm>
          <a:prstGeom prst="roundRect">
            <a:avLst>
              <a:gd fmla="val 3636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04672" y="3758184"/>
            <a:ext cx="6528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1 · DESCOMPONER LA SOLUCIÓN EN HABILIDADES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04672" y="4105656"/>
            <a:ext cx="6528816" cy="180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Nuestra solución es: [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Instaurar una pagina de medios para proyectos escolares como un 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café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de con la iguana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Línea: [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software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Vamos a usar: [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Visual studio code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Sabemos hacer: [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Manejo medianamente del programa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Descompón la solución en habilidades concretas 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verificables, de la más básica a la más avanzada.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Indica cuáles son indispensables y cuáles opcionales.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772400" y="3611880"/>
            <a:ext cx="3840480" cy="2514600"/>
          </a:xfrm>
          <a:prstGeom prst="roundRect">
            <a:avLst>
              <a:gd fmla="val 4364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046720" y="3813048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Señal de alerta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8046720" y="4233672"/>
            <a:ext cx="3291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 la lista pasa de doce habilidades, la solución es demasiado ambiciosa para tres meses.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Simplifíquenla ahora, no en octubre.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3 · formato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tabla que va a leer el docente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Entre más precisa la solicitud, más útil el tutorial que reciben.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548640" y="1783080"/>
            <a:ext cx="7772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594360" y="1783080"/>
            <a:ext cx="685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N.º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325880" y="1783080"/>
            <a:ext cx="48920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371600" y="1783080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necesitamos saber hacer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1783080"/>
            <a:ext cx="192024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263640" y="178308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¿Alguien ya sabe?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138160" y="1783080"/>
            <a:ext cx="210312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8183880" y="178308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¿Para qué sesión?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241280" y="1783080"/>
            <a:ext cx="13716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0287000" y="1783080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8640" y="2286000"/>
            <a:ext cx="7772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621792" y="2286000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Ej.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325880" y="2286000"/>
            <a:ext cx="48920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1399032" y="2286000"/>
            <a:ext cx="47457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Exportar un modelo de Blender en STL para impresión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217920" y="2286000"/>
            <a:ext cx="192024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291072" y="2286000"/>
            <a:ext cx="1773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138160" y="2286000"/>
            <a:ext cx="210312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11312" y="2286000"/>
            <a:ext cx="195681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26 y 27 de agosto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0241280" y="2286000"/>
            <a:ext cx="1371600" cy="530352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10314432" y="2286000"/>
            <a:ext cx="122529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548640" y="2816352"/>
            <a:ext cx="777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21792" y="2816352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325880" y="2816352"/>
            <a:ext cx="48920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217920" y="2816352"/>
            <a:ext cx="1920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8138160" y="2816352"/>
            <a:ext cx="21031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10241280" y="2816352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48640" y="3346704"/>
            <a:ext cx="777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21792" y="3346704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325880" y="3346704"/>
            <a:ext cx="48920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217920" y="3346704"/>
            <a:ext cx="1920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8138160" y="3346704"/>
            <a:ext cx="210312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0241280" y="3346704"/>
            <a:ext cx="137160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48640" y="3877056"/>
            <a:ext cx="777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21792" y="3877056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1325880" y="3877056"/>
            <a:ext cx="48920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217920" y="3877056"/>
            <a:ext cx="192024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8138160" y="3877056"/>
            <a:ext cx="210312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10241280" y="3877056"/>
            <a:ext cx="13716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48640" y="4407408"/>
            <a:ext cx="777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21792" y="4407408"/>
            <a:ext cx="630936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1325880" y="4407408"/>
            <a:ext cx="48920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217920" y="4407408"/>
            <a:ext cx="192024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138160" y="4407408"/>
            <a:ext cx="210312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0241280" y="4407408"/>
            <a:ext cx="1371600" cy="530352"/>
          </a:xfrm>
          <a:prstGeom prst="rect">
            <a:avLst/>
          </a:prstGeom>
          <a:solidFill>
            <a:srgbClr val="FBFCFE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Cuando terminen, avisen al docente. Los tutoriales llegan a la subcarpeta Tutoriales dentro de 04_Desarrollo. Si varios equipos piden lo mismo, el tutorial se hace grupal; lo que sea único de su proyecto se hace aparte.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4 · 12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Ustedes deciden cómo se organizan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No hay roles impuestos. Lo único obligatorio es que quede por escrito.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822960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son 3 o 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822960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Cada quien responde por uno o dos frentes de trabajo.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315968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590288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son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4590288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Se reparten los frentes y se apoyan mutuamente en los pesados.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092440" y="1737360"/>
            <a:ext cx="3520440" cy="1737360"/>
          </a:xfrm>
          <a:prstGeom prst="roundRect">
            <a:avLst>
              <a:gd fmla="val 6316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366760" y="193852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Si trabajas solo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8366760" y="2359152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Repartes entre semanas: en qué momento te dedicas a cada frente.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Los cinco acuerdos que evitan casi todos los problemas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777240" y="423367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777240" y="42336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1234440" y="416052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¿Cómo nos comunicamos entre sesiones?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77240" y="4645152"/>
            <a:ext cx="256032" cy="256032"/>
          </a:xfrm>
          <a:prstGeom prst="ellipse">
            <a:avLst/>
          </a:prstGeom>
          <a:solidFill>
            <a:srgbClr val="F2A71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777240" y="464515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1234440" y="457200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hacemos si alguien no cumple lo que le tocaba?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777240" y="505663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77240" y="505663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234440" y="498348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¿Cómo decidimos cuando no estamos de acuerdo?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77240" y="546811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777240" y="546811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234440" y="539496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¿Cada cuánto revisamos el cronograma?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77240" y="5879592"/>
            <a:ext cx="256032" cy="25603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777240" y="587959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234440" y="5806440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¿Cuándo cambian los responsables de cada frente?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acuerdo 2 es el que nadie escribe y el que más falta hace. Háganlo hoy, cuando todavía no ha pasado nada.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9555480" y="384048"/>
            <a:ext cx="2057400" cy="475488"/>
          </a:xfrm>
          <a:prstGeom prst="roundRect">
            <a:avLst>
              <a:gd fmla="val 19231" name="adj"/>
            </a:avLst>
          </a:prstGeom>
          <a:solidFill>
            <a:srgbClr val="F2A71B"/>
          </a:solidFill>
          <a:ln cap="flat" cmpd="sng" w="1270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9555480" y="384048"/>
            <a:ext cx="2057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PASO 5 · 20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Ahora sí, el cronograma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Con el Formato 1 y el Formato 2 al lado. Si no los llenaron, este prompt no sirve.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8640" y="1691640"/>
            <a:ext cx="7589520" cy="4434840"/>
          </a:xfrm>
          <a:prstGeom prst="roundRect">
            <a:avLst>
              <a:gd fmla="val 206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804672" y="1837944"/>
            <a:ext cx="70774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2A71B"/>
                </a:solidFill>
                <a:latin typeface="Calibri"/>
                <a:ea typeface="Calibri"/>
                <a:cs typeface="Calibri"/>
                <a:sym typeface="Calibri"/>
              </a:rPr>
              <a:t>PROMPT 2 · CRONOGRAMA DE TAREAS SEMANALES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04672" y="2185416"/>
            <a:ext cx="7077456" cy="3721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Actúa como asesor de proyectos escolares.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NUESTRO PROYECTO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Solución: [tres frases]. Objetivos: [pégalos].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Línea: [</a:t>
            </a:r>
            <a:r>
              <a:rPr lang="en-US" sz="11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software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Somos [1 a 4]: [nombres y de qué responde cada uno].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Entregables: [pega la parte A del Formato 1].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Recursos que faltan: [parte B]. Aprendizajes: [parte C].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CALENDARIO, 90 minutos por sesión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5-6 ago, 12-13 ago, 19-20 ago, 26-27 ago, 2-3 sep,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9-10 sep, 16-17 sep, 23-24 sep, 30 sep-1 oct,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receso 3-12 oct, 14-15 oct, 21-22 oct, 28-29 oct.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PARA CADA SESIÓN DAME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máximo tres tareas que quepan en 90 minutos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quién de nosotros responde por cada tarea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el entregable que queda guardado en Drive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- qué necesitamos del docente: tutorial, revisión,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fecha de entrega, préstamo de equipo, gestión 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espacio o permiso, apoyo de otro equipo, 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8366760" y="169164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FDF3DE"/>
          </a:solidFill>
          <a:ln cap="flat" cmpd="sng" w="12700">
            <a:solidFill>
              <a:srgbClr val="E8D3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8641080" y="1892808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Lo nuevo aquí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8641080" y="2313432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prompt pide también las tareas del docente. Eso no es un favor: es lo que ustedes necesitan para poder cumplir.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Cierren pidiendo que reparta la carga pareja entre los integrantes.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8366760" y="4023360"/>
            <a:ext cx="3246120" cy="2103120"/>
          </a:xfrm>
          <a:prstGeom prst="roundRect">
            <a:avLst>
              <a:gd fmla="val 5217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8641080" y="4224528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prompt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641080" y="4645152"/>
            <a:ext cx="2697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Está en la hoja Instrucciones del Excel, listo para copiar. Tengan abiertos los formatos 1 y 2.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Revisen lo que devolvió antes de copiarlo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La IA no conoce su colegio ni sus horarios. Cinco cosas que casi siempre hay que corregir.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822960" y="178308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1417320" y="178308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Tareas que no caben en 90 minutos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223760" y="178308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Divídanlas en dos sesiones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48640" y="265176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822960" y="265176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417320" y="265176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Un integrante con el doble de tareas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7223760" y="265176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Repártanlas de nuevo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352044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822960" y="352044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1417320" y="352044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Tareas escritas en general, tipo "avanzar"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223760" y="352044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Reescríbanlas con un verbo concreto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548640" y="438912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822960" y="438912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1417320" y="438912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Apoyos del docente que nunca pidieron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223760" y="438912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Bórrenlos o cámbienlos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fmla="val 12500" name="adj"/>
            </a:avLst>
          </a:prstGeom>
          <a:solidFill>
            <a:srgbClr val="E9EFFC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822960" y="5257800"/>
            <a:ext cx="457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A71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2A71B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417320" y="5257800"/>
            <a:ext cx="5669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Semanas sin ningún 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7223760" y="5257800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▶   Algo tiene que quedar guardado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El cronograma es de ustedes. La IA solo hizo un borrador y casi siempre se equivoca en los tiempos.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"/>
          <p:cNvSpPr/>
          <p:nvPr/>
        </p:nvSpPr>
        <p:spPr>
          <a:xfrm>
            <a:off x="548640" y="347472"/>
            <a:ext cx="8778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Cómo se llena el Excel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548640" y="98755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Tres colores, tres reglas. Cada semana tiene tres renglones para tareas.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CADCFC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868680" y="1828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Azul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2377440" y="1828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Semana, fechas, sesión y fase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6492240" y="1828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Ya viene puesto. No se modifica.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8640" y="2971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FFF2CC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868680" y="2971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8A5A00"/>
                </a:solidFill>
                <a:latin typeface="Cambria"/>
                <a:ea typeface="Cambria"/>
                <a:cs typeface="Cambria"/>
                <a:sym typeface="Cambria"/>
              </a:rPr>
              <a:t>Amarillo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2377440" y="2971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Tarea, responsable y entregable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6492240" y="2971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llenan hoy, para todo el semestre.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fmla="val 9524" name="adj"/>
            </a:avLst>
          </a:prstGeom>
          <a:solidFill>
            <a:srgbClr val="E2EFDA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868680" y="4114800"/>
            <a:ext cx="1371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7A4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C7A4B"/>
                </a:solidFill>
                <a:latin typeface="Cambria"/>
                <a:ea typeface="Cambria"/>
                <a:cs typeface="Cambria"/>
                <a:sym typeface="Cambria"/>
              </a:rPr>
              <a:t>Verde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377440" y="4114800"/>
            <a:ext cx="3931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Apoyo del docente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6492240" y="4114800"/>
            <a:ext cx="4846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 que necesitan de él. Se confirma en clase.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Desde la próxima sesión: al terminar cada clase se llenan estado, porcentaje de avance, avance real y ajuste. Dos minutos, y hace parte de la evaluación del proceso.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41C46"/>
          </a:solidFill>
          <a:ln cap="flat" cmpd="sng" w="12700">
            <a:solidFill>
              <a:srgbClr val="141C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"/>
          <p:cNvSpPr/>
          <p:nvPr/>
        </p:nvSpPr>
        <p:spPr>
          <a:xfrm>
            <a:off x="822960" y="685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Lista de salida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 que quede sin marcar, díganlo en voz alta antes de irse.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822960" y="205740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1325880" y="199339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1 lleno en sus tres partes, guardado en 04_Desarrollo.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2960" y="260604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1325880" y="254203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Mínimo cuatro habilidades pedidas en la tabla de tutoriales.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22960" y="315468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1325880" y="309067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Formato 2 lleno y firmado, guardado en 02_Cronograma.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22960" y="370332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1325880" y="363931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Excel tiene tareas y responsable en todas las semanas.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22960" y="425196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1325880" y="418795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columna verde dice qué necesitamos del docente y cuándo.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22960" y="480060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1325880" y="473659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Revisamos el borrador de la IA y corregimos lo que no cuadraba.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22960" y="5349240"/>
            <a:ext cx="292608" cy="292608"/>
          </a:xfrm>
          <a:prstGeom prst="roundRect">
            <a:avLst>
              <a:gd fmla="val 15625" name="adj"/>
            </a:avLst>
          </a:prstGeom>
          <a:solidFill>
            <a:srgbClr val="141C46"/>
          </a:solidFill>
          <a:ln cap="flat" cmpd="sng" w="19050">
            <a:solidFill>
              <a:srgbClr val="F2A7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1325880" y="528523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 tres archivos tienen el número de nuestro equipo en el nombre.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D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0DE"/>
                </a:solidFill>
                <a:latin typeface="Calibri"/>
                <a:ea typeface="Calibri"/>
                <a:cs typeface="Calibri"/>
                <a:sym typeface="Calibri"/>
              </a:rPr>
              <a:t>Próxima sesión, 12 y 13 de agosto: completar la matriz hasta cinco antecedentes verificados y redactar ese apartado.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2026-08-05T09:12:02Z</dcterms:created>
  <dc:creator>PptxGenJS</dc:creator>
</cp:coreProperties>
</file>